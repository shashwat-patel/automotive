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divider: Copilot for all teams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CAE team: meshing scripts, solver debugging, correlation reports, material cards, DOE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CAE prompt examples: solver debug, meshing script, correlation report, material card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team: DR docs, GD&amp;T, BOM changes, DFMEA, CAD scripting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Homologation: regulation interpretation, test reports, change tracking, CoP, multi-market compliance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ADAS: scenarios, sensor fusion, SOTIF, KPIs, Euro NCAP, data pipelines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 Dev: code review, ASPICE docs, CI/CD, requirements, diagnostics, communication protocols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team: configuration, licensing, API integration, training docs, RPA, troubleshooting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Cross-team cheat sheet with one prompt per discipline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in the life for all teams: CAE, Design, Homologation, ADAS, Tools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Copilot for SW development: features and automotive use cases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 safety guide for all teams: what to upload vs what to describe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Across All Engineering Teams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Software — AI for Every Engineering Discipline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234440" cy="502920"/>
          </a:xfrm>
          <a:prstGeom prst="rect">
            <a:avLst>
              <a:gd name="adj" fmla="val 9091"/>
            </a:avLst>
          </a:pr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17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21408" y="3017520"/>
            <a:ext cx="1234440" cy="502920"/>
          </a:xfrm>
          <a:prstGeom prst="rect">
            <a:avLst>
              <a:gd name="adj" fmla="val 9091"/>
            </a:avLst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2121408" y="3017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11296" y="3017520"/>
            <a:ext cx="1234440" cy="502920"/>
          </a:xfrm>
          <a:prstGeom prst="rect">
            <a:avLst>
              <a:gd name="adj" fmla="val 9091"/>
            </a:avLst>
          </a:prstGeom>
          <a:solidFill>
            <a:srgbClr val="FFD93D"/>
          </a:solidFill>
          <a:ln/>
        </p:spPr>
      </p:sp>
      <p:sp>
        <p:nvSpPr>
          <p:cNvPr id="11" name="Text 9"/>
          <p:cNvSpPr/>
          <p:nvPr/>
        </p:nvSpPr>
        <p:spPr>
          <a:xfrm>
            <a:off x="3511296" y="3017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01184" y="3017520"/>
            <a:ext cx="1234440" cy="502920"/>
          </a:xfrm>
          <a:prstGeom prst="rect">
            <a:avLst>
              <a:gd name="adj" fmla="val 9091"/>
            </a:avLst>
          </a:prstGeom>
          <a:solidFill>
            <a:srgbClr val="6C5CE7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3017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91072" y="3017520"/>
            <a:ext cx="1234440" cy="502920"/>
          </a:xfrm>
          <a:prstGeom prst="rect">
            <a:avLst>
              <a:gd name="adj" fmla="val 9091"/>
            </a:avLst>
          </a:prstGeom>
          <a:solidFill>
            <a:srgbClr val="00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3017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Dev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80960" y="3017520"/>
            <a:ext cx="1234440" cy="502920"/>
          </a:xfrm>
          <a:prstGeom prst="rect">
            <a:avLst>
              <a:gd name="adj" fmla="val 9091"/>
            </a:avLst>
          </a:prstGeom>
          <a:solidFill>
            <a:srgbClr val="FD79A8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3017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has unique workflows where Copilot and AI assistants can save hours per week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TEAM • SIMULATION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CAE Workflows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777240"/>
          </a:xfrm>
          <a:prstGeom prst="rect">
            <a:avLst>
              <a:gd name="adj" fmla="val 9412"/>
            </a:avLst>
          </a:prstGeom>
          <a:solidFill>
            <a:srgbClr val="EBF5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Processing Scripts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Python/TCL scripts for meshing automation, boundary condition setup, and result extraction in HyperMesh, ANSA, or LS-PrePost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31920" cy="777240"/>
          </a:xfrm>
          <a:prstGeom prst="rect">
            <a:avLst>
              <a:gd name="adj" fmla="val 9412"/>
            </a:avLst>
          </a:prstGeom>
          <a:solidFill>
            <a:srgbClr val="E8FAF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Input Deck Review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LS-DYNA, Nastran, or Abaqus input deck structure — AI identifies common keyword errors, missing contacts, or unit inconsistencies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931920" cy="777240"/>
          </a:xfrm>
          <a:prstGeom prst="rect">
            <a:avLst>
              <a:gd name="adj" fmla="val 9412"/>
            </a:avLst>
          </a:prstGeom>
          <a:solidFill>
            <a:srgbClr val="FFF9E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Report Drafting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 vs. simulation correlation reports with structure, key metrics, deviation analysis, and improvement recommendations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777240"/>
          </a:xfrm>
          <a:prstGeom prst="rect">
            <a:avLst>
              <a:gd name="adj" fmla="val 9412"/>
            </a:avLst>
          </a:prstGeom>
          <a:solidFill>
            <a:srgbClr val="F3EE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Card Generation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material behavior (steel grade, strain rate, failure) → AI drafts MAT keywords for LS-DYNA (*MAT_024, *MAT_058) or Nastran MAT cards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3931920" cy="777240"/>
          </a:xfrm>
          <a:prstGeom prst="rect">
            <a:avLst>
              <a:gd name="adj" fmla="val 9412"/>
            </a:avLst>
          </a:prstGeom>
          <a:solidFill>
            <a:srgbClr val="FFF0F5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Interpretation Help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stress/strain contour descriptions → Get explanations of failure modes, stress concentration causes, and design improvement suggestions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931920" cy="777240"/>
          </a:xfrm>
          <a:prstGeom prst="rect">
            <a:avLst>
              <a:gd name="adj" fmla="val 9412"/>
            </a:avLst>
          </a:prstGeom>
          <a:solidFill>
            <a:srgbClr val="E6FFFE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Parameterization &amp; DOE Setup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experiments for optimization studies: parameter ranges, sampling strategies, response surface methodology guidance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Pro Tip: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simulation setup in plain text — AI helps debug solver errors without seeing your proprietary model files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TEAM • READY-TO-USE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Prompt Templates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91640"/>
          </a:xfrm>
          <a:prstGeom prst="rect">
            <a:avLst>
              <a:gd name="adj" fmla="val 3243"/>
            </a:avLst>
          </a:prstGeom>
          <a:solidFill>
            <a:srgbClr val="F0FF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1691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Solver Error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LS-DYNA R14 crash simulation terminates at t=15ms with 'negative volume in element 34521'. The part is a B-pillar with shell elements (ELFORM=16), min element size 3mm. Material is *MAT_024 (DP600 steel). What causes this and how do I fix it?"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931920" cy="1691640"/>
          </a:xfrm>
          <a:prstGeom prst="rect">
            <a:avLst>
              <a:gd name="adj" fmla="val 3243"/>
            </a:avLst>
          </a:prstGeom>
          <a:solidFill>
            <a:srgbClr val="F0F0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234440"/>
            <a:ext cx="54864" cy="1691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Meshing Script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36192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Python script for HyperMesh that: 1) Imports a STEP file, 2) Creates component collectors by part name, 3) Applies 2D automesh with target size 5mm, 4) Checks element quality (min angle &gt;30°, aspect ratio &lt;5), 5) Exports as LS-DYNA keyword file."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1143000"/>
          </a:xfrm>
          <a:prstGeom prst="rect">
            <a:avLst>
              <a:gd name="adj" fmla="val 4800"/>
            </a:avLst>
          </a:prstGeom>
          <a:solidFill>
            <a:srgbClr val="FFF8E1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108960"/>
            <a:ext cx="54864" cy="114300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Correlation Report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4107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"Draft a test-simulation correlation report for frontal NCAP. Test peak deceleration: 42g at 35ms. Simulation: 39g at 33ms. Intrusion test: 85mm, sim: 78mm. Include: methodology, key metrics comparison, root cause for deviation, model improvement plan."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143000"/>
          </a:xfrm>
          <a:prstGeom prst="rect">
            <a:avLst>
              <a:gd name="adj" fmla="val 4800"/>
            </a:avLst>
          </a:prstGeom>
          <a:solidFill>
            <a:srgbClr val="F3EE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3108960"/>
            <a:ext cx="54864" cy="11430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Card Help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4107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an LS-DYNA *MAT_058 material card for CFRP composite. Fiber direction 0/90, E1=130 GPa, E2=10 GPa, tensile strength 1500 MPa. Include failure criteria (DFAILM, DFAILS) and strain rate effects. Explain each parameter."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simulation setup generically — never upload proprietary model files or geometry data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TEAM • VEHICLE DESIGN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Design Workflows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777240"/>
          </a:xfrm>
          <a:prstGeom prst="rect">
            <a:avLst>
              <a:gd name="adj" fmla="val 9412"/>
            </a:avLst>
          </a:prstGeom>
          <a:solidFill>
            <a:srgbClr val="EBF5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 Documentation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DR checklists, review minutes, and action items. Summarize design changes and rationale for gate reviews and cross-functional sign-offs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31920" cy="777240"/>
          </a:xfrm>
          <a:prstGeom prst="rect">
            <a:avLst>
              <a:gd name="adj" fmla="val 9412"/>
            </a:avLst>
          </a:prstGeom>
          <a:solidFill>
            <a:srgbClr val="E8FAF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Analysis &amp; GD&amp;T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GD&amp;T symbols, tolerance stack-up concepts, and draft tolerance analysis reports. AI explains datum references and MMC/LMC modifiers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931920" cy="777240"/>
          </a:xfrm>
          <a:prstGeom prst="rect">
            <a:avLst>
              <a:gd name="adj" fmla="val 9412"/>
            </a:avLst>
          </a:prstGeom>
          <a:solidFill>
            <a:srgbClr val="FFF9E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&amp; Change Management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Engineering Change Requests (ECRs), summarize BOM differences between versions, and generate impact analysis templates for design changes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777240"/>
          </a:xfrm>
          <a:prstGeom prst="rect">
            <a:avLst>
              <a:gd name="adj" fmla="val 9412"/>
            </a:avLst>
          </a:prstGeom>
          <a:solidFill>
            <a:srgbClr val="F3EE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Spec Clarification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technical queries to suppliers about component specs, material certifications, and drawing clarifications. Translate between design intent and supplier language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3931920" cy="777240"/>
          </a:xfrm>
          <a:prstGeom prst="rect">
            <a:avLst>
              <a:gd name="adj" fmla="val 9412"/>
            </a:avLst>
          </a:prstGeom>
          <a:solidFill>
            <a:srgbClr val="FFF0F5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DFMEA Assistance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potential failure modes, effects, and causes for components. AI suggests detection methods and recommended actions based on function descriptions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931920" cy="777240"/>
          </a:xfrm>
          <a:prstGeom prst="rect">
            <a:avLst>
              <a:gd name="adj" fmla="val 9412"/>
            </a:avLst>
          </a:prstGeom>
          <a:solidFill>
            <a:srgbClr val="E6FFFE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Scripting &amp; Automation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CATIA macros (VBA/CATScript), NX journaling scripts, or Creo Toolkit code for repetitive tasks like parameter updates and batch exports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 Tip: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draft DFMEA content as a starting point — your experience validates the severity, occurrence, and detection ratings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HOMOLOGATION TEAM • REGULATORY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Homologation Workflows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777240"/>
          </a:xfrm>
          <a:prstGeom prst="rect">
            <a:avLst>
              <a:gd name="adj" fmla="val 9412"/>
            </a:avLst>
          </a:prstGeom>
          <a:solidFill>
            <a:srgbClr val="EBF5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Interpretation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complex ECE/FMVSS/GB regulation clauses in plain language. Compare requirements across markets (EU, US, Japan, India, China) for the same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31920" cy="777240"/>
          </a:xfrm>
          <a:prstGeom prst="rect">
            <a:avLst>
              <a:gd name="adj" fmla="val 9412"/>
            </a:avLst>
          </a:prstGeom>
          <a:solidFill>
            <a:srgbClr val="E8FAF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 Drafting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type approval test report structures, fill in boilerplate sections, and create compliance matrices mapping regulations to test results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931920" cy="777240"/>
          </a:xfrm>
          <a:prstGeom prst="rect">
            <a:avLst>
              <a:gd name="adj" fmla="val 9412"/>
            </a:avLst>
          </a:prstGeom>
          <a:solidFill>
            <a:srgbClr val="FFF9E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Change Tracking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changes between regulation versions (e.g., R155 rev2 vs rev3), identify impacted vehicle systems, and draft gap analysis documents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777240"/>
          </a:xfrm>
          <a:prstGeom prst="rect">
            <a:avLst>
              <a:gd name="adj" fmla="val 9412"/>
            </a:avLst>
          </a:prstGeom>
          <a:solidFill>
            <a:srgbClr val="F3EE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(Conformity of Production)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CoP audit preparation documents, sampling plans, and statistical analysis templates for production conformity verification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3931920" cy="777240"/>
          </a:xfrm>
          <a:prstGeom prst="rect">
            <a:avLst>
              <a:gd name="adj" fmla="val 9412"/>
            </a:avLst>
          </a:prstGeom>
          <a:solidFill>
            <a:srgbClr val="FFF0F5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Service Communication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submissions to technical services and type approval authorities. Create cover letters, clarification responses, and exemption requests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931920" cy="777240"/>
          </a:xfrm>
          <a:prstGeom prst="rect">
            <a:avLst>
              <a:gd name="adj" fmla="val 9412"/>
            </a:avLst>
          </a:prstGeom>
          <a:solidFill>
            <a:srgbClr val="E6FFFE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Multi-Market Compliance Matrix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comparison tables of requirements across regulations (lighting, emissions, safety) for variant management and platform strategies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Homologation Pro Tip: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knows public regulation text — ask it to compare ECE R48 vs FMVSS 108 requirements, then verify against the official gazette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 TEAM • AUTONOMOUS DRIVING ASSISTANCE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ADAS Development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777240"/>
          </a:xfrm>
          <a:prstGeom prst="rect">
            <a:avLst>
              <a:gd name="adj" fmla="val 9412"/>
            </a:avLst>
          </a:prstGeom>
          <a:solidFill>
            <a:srgbClr val="EBF5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Generation for Testing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OpenSCENARIO/OpenDRIVE compatible test scenarios. Describe edge cases for AEB, LKA, ACC — AI suggests parameter variations and corner cases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31920" cy="777240"/>
          </a:xfrm>
          <a:prstGeom prst="rect">
            <a:avLst>
              <a:gd name="adj" fmla="val 9412"/>
            </a:avLst>
          </a:prstGeom>
          <a:solidFill>
            <a:srgbClr val="E8FAF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Debugging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sensor fusion pipeline issues (camera + radar + lidar). AI helps debug association logic, coordinate transform errors, and tracking filter tuning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931920" cy="777240"/>
          </a:xfrm>
          <a:prstGeom prst="rect">
            <a:avLst>
              <a:gd name="adj" fmla="val 9412"/>
            </a:avLst>
          </a:prstGeom>
          <a:solidFill>
            <a:srgbClr val="FFF9E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SOTIF &amp; Safety Analysis (ISO 21448)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SOTIF analysis templates, identify triggering conditions and functional insufficiencies, and create verification &amp; validation strategy documents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777240"/>
          </a:xfrm>
          <a:prstGeom prst="rect">
            <a:avLst>
              <a:gd name="adj" fmla="val 9412"/>
            </a:avLst>
          </a:prstGeom>
          <a:solidFill>
            <a:srgbClr val="F3EE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 &amp;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Python scripts for ADAS KPI computation: TTC, time headway, lateral offset, false positive/negative rates from logged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3931920" cy="777240"/>
          </a:xfrm>
          <a:prstGeom prst="rect">
            <a:avLst>
              <a:gd name="adj" fmla="val 9412"/>
            </a:avLst>
          </a:prstGeom>
          <a:solidFill>
            <a:srgbClr val="FFF0F5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 NCAP Protocol Understanding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Euro NCAP 2026 test protocols, scoring mechanisms, and color coding. Compare protocol changes between assessment years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931920" cy="777240"/>
          </a:xfrm>
          <a:prstGeom prst="rect">
            <a:avLst>
              <a:gd name="adj" fmla="val 9412"/>
            </a:avLst>
          </a:prstGeom>
          <a:solidFill>
            <a:srgbClr val="E6FFFE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Labeling Scripts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Python scripts for processing driving logs: parsing ROS bags, extracting CAN signals, converting label formats (COCO, KITTI, nuScenes)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 Pro Tip: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excels at generating edge-case test scenarios — describe the ODD and let AI suggest adversarial conditions you might miss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• EMBEDDED &amp; APPLICATION SW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Software Engineering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777240"/>
          </a:xfrm>
          <a:prstGeom prst="rect">
            <a:avLst>
              <a:gd name="adj" fmla="val 9412"/>
            </a:avLst>
          </a:prstGeom>
          <a:solidFill>
            <a:srgbClr val="EBF5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&amp; 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C/C++ embedded code, Python test scripts, and shell automation. AI reviews code for memory leaks, buffer overflows, and CERT C compliance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31920" cy="777240"/>
          </a:xfrm>
          <a:prstGeom prst="rect">
            <a:avLst>
              <a:gd name="adj" fmla="val 9412"/>
            </a:avLst>
          </a:prstGeom>
          <a:solidFill>
            <a:srgbClr val="E8FAF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ASPICE Process Documentation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work products for SWE.1–SWE.6: requirements specs, architecture docs, detailed design, unit test specs, integration test plans, and traceability matrices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931920" cy="777240"/>
          </a:xfrm>
          <a:prstGeom prst="rect">
            <a:avLst>
              <a:gd name="adj" fmla="val 9412"/>
            </a:avLst>
          </a:prstGeom>
          <a:solidFill>
            <a:srgbClr val="FFF9E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DevOps Automation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Jenkins pipelines, Docker configs, and GitLab CI YAML for embedded build systems. Debug build errors and linker script issues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777240"/>
          </a:xfrm>
          <a:prstGeom prst="rect">
            <a:avLst>
              <a:gd name="adj" fmla="val 9412"/>
            </a:avLst>
          </a:prstGeom>
          <a:solidFill>
            <a:srgbClr val="F3EE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well-formed requirements (EARS pattern), check for ambiguity/testability, generate requirement review checklists, and draft DOORS import formats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3931920" cy="777240"/>
          </a:xfrm>
          <a:prstGeom prst="rect">
            <a:avLst>
              <a:gd name="adj" fmla="val 9412"/>
            </a:avLst>
          </a:prstGeom>
          <a:solidFill>
            <a:srgbClr val="FFF0F5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Implementation (UDS/OBD)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CDD content, DTC definitions, UDS service implementations ($22, $2E, $31, $14). AI explains ISO 14229 services and NRC handling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931920" cy="777240"/>
          </a:xfrm>
          <a:prstGeom prst="rect">
            <a:avLst>
              <a:gd name="adj" fmla="val 9412"/>
            </a:avLst>
          </a:prstGeom>
          <a:solidFill>
            <a:srgbClr val="E6FFFE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Flash/Bootloader &amp; Communication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CAN/LIN/Ethernet communication issues, generate CAPL test scripts for CANoe, and write protocol conformance test specifications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Dev Pro Tip: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in VS Code auto-completes embedded C code — use it alongside M365 Copilot for documentation tasks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TEAM • ENGINEERING IT &amp; TOOL SUPPORT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Tool Administration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777240"/>
          </a:xfrm>
          <a:prstGeom prst="rect">
            <a:avLst>
              <a:gd name="adj" fmla="val 9412"/>
            </a:avLst>
          </a:prstGeom>
          <a:solidFill>
            <a:srgbClr val="EBF5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Configuration &amp; Scripting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configuration scripts for DOORS, Polarion, Jira, Teamcenter. Automate user provisioning, workflow customization, and report generation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31920" cy="777240"/>
          </a:xfrm>
          <a:prstGeom prst="rect">
            <a:avLst>
              <a:gd name="adj" fmla="val 9412"/>
            </a:avLst>
          </a:prstGeom>
          <a:solidFill>
            <a:srgbClr val="E8FAF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&amp; Infrastructure Management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license usage analysis reports, capacity planning docs, and tool ROI assessments. Generate scripts to monitor FlexLM/RLM license servers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931920" cy="777240"/>
          </a:xfrm>
          <a:prstGeom prst="rect">
            <a:avLst>
              <a:gd name="adj" fmla="val 9412"/>
            </a:avLst>
          </a:prstGeom>
          <a:solidFill>
            <a:srgbClr val="FFF9E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API Development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REST API integration code between tools (Jira↔Polarion, DOORS↔Excel). Write data migration scripts and ETL pipeline configurations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777240"/>
          </a:xfrm>
          <a:prstGeom prst="rect">
            <a:avLst>
              <a:gd name="adj" fmla="val 9412"/>
            </a:avLst>
          </a:prstGeom>
          <a:solidFill>
            <a:srgbClr val="F3EE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Training &amp; Documentation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tool user guides, quick-start tutorials, FAQ pages, and training presentations. Generate step-by-step workflows for common engineering tool tasks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3931920" cy="777240"/>
          </a:xfrm>
          <a:prstGeom prst="rect">
            <a:avLst>
              <a:gd name="adj" fmla="val 9412"/>
            </a:avLst>
          </a:prstGeom>
          <a:solidFill>
            <a:srgbClr val="FFF0F5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&amp; Support Scripts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diagnostic scripts for tool issues, automate log collection, and draft known-issue databases. AI helps parse error logs and suggest fixes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931920" cy="777240"/>
          </a:xfrm>
          <a:prstGeom prst="rect">
            <a:avLst>
              <a:gd name="adj" fmla="val 9412"/>
            </a:avLst>
          </a:prstGeom>
          <a:solidFill>
            <a:srgbClr val="E6FFFE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(RPA / Power Automate)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Power Automate flows, write PowerShell scripts for batch operations, and create macros for repetitive data entry across engineering tools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Pro Tip: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generate REST API calls — describe the tool and desired action, AI writes the Python/PowerShell code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• ALL TEAMS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Prompts for Every Engineering Discipline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64008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 Debug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"My Nastran SOL 101 fails with FATAL: SINGULAR MATRIX. Model has RBE2/RBE3 elements. What causes this?"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D1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DFMEA Draft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"List potential failure modes for a fuel tank filler neck. Include effects, causes, severity (1-10), and suggested detection methods."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7F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 Compare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"Compare ECE R13H and FMVSS 135 braking requirements. Table format: parameter, ECE value, FMVSS value, key differences."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Scenarios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"Generate 10 edge-case AEB test scenarios for urban intersection. Include pedestrian behavior, occlusion, and lighting variations."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 Dev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CAPL Script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"Write a CAPL script for CANoe that monitors CAN message 0x100, checks DLC=8, and logs if signal 'EngineSpeed' exceeds 6500 RPM."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"Write Python code to read Jira issues with label 'safety-critical' via REST API and export to Excel with columns: key, summary, status, assignee."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Rule: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[brackets] with your specifics. Include version numbers, tool names, and constraints for best results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• ALL TEAMS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with Copilot: Every Engineer's Story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234440" cy="594360"/>
          </a:xfrm>
          <a:prstGeom prst="rect">
            <a:avLst>
              <a:gd name="adj" fmla="val 6154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234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Copilot: "Summarize the crash simulation review meeting" → Word: "Draft correlation report" → Excel: "Analyze energy balance data trends"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234440" cy="594360"/>
          </a:xfrm>
          <a:prstGeom prst="rect">
            <a:avLst>
              <a:gd name="adj" fmla="val 6154"/>
            </a:avLst>
          </a:prstGeom>
          <a:solidFill>
            <a:srgbClr val="AD145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9202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Outlook: "Draft ECR notification to affected teams" → Word: "Generate DFMEA entries for new bracket" → PPT: "Create DR gate presentation"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1234440" cy="594360"/>
          </a:xfrm>
          <a:prstGeom prst="rect">
            <a:avLst>
              <a:gd name="adj" fmla="val 6154"/>
            </a:avLst>
          </a:prstGeom>
          <a:solidFill>
            <a:srgbClr val="F57F1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060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6060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"Summarize new R155 cybersecurity amendments" → Word: "Draft compliance gap analysis" → Outlook: "Email technical service update"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1234440" cy="594360"/>
          </a:xfrm>
          <a:prstGeom prst="rect">
            <a:avLst>
              <a:gd name="adj" fmla="val 6154"/>
            </a:avLst>
          </a:prstGeom>
          <a:solidFill>
            <a:srgbClr val="6A1B9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918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32918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"Generate 20 cut-in scenarios for ACC testing" → Excel: "Calculate false positive rate from test log" → Word: "Draft SOTIF analysis"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1234440" cy="594360"/>
          </a:xfrm>
          <a:prstGeom prst="rect">
            <a:avLst>
              <a:gd name="adj" fmla="val 6154"/>
            </a:avLst>
          </a:prstGeom>
          <a:solidFill>
            <a:srgbClr val="00695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776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9776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"Write PowerShell to audit DOORS permissions" → Word: "Draft tool migration guide" → Teams: "Summarize tool outage post-mortem"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saves 5-10 hours/week on documentation, communication, and repetitive tasks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• GITHUB COPILOT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Copilot: Your Coding Co-Pilot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GitHub Copilot Does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411480"/>
          </a:xfrm>
          <a:prstGeom prst="rect">
            <a:avLst>
              <a:gd name="adj" fmla="val 8889"/>
            </a:avLst>
          </a:prstGeom>
          <a:solidFill>
            <a:srgbClr val="EBF5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code completion as you type in VS Code, Visual Studio, JetBrains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931920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574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entire functions from comments or function signatures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3931920" cy="411480"/>
          </a:xfrm>
          <a:prstGeom prst="rect">
            <a:avLst>
              <a:gd name="adj" fmla="val 8889"/>
            </a:avLst>
          </a:prstGeom>
          <a:solidFill>
            <a:srgbClr val="EBF5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603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unit tests, docstrings, and boilerplate automatically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3931920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Chat: ask questions about your codebase in natural language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3931920" cy="411480"/>
          </a:xfrm>
          <a:prstGeom prst="rect">
            <a:avLst>
              <a:gd name="adj" fmla="val 8889"/>
            </a:avLst>
          </a:prstGeom>
          <a:solidFill>
            <a:srgbClr val="EBF5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66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C, C++, Python, MATLAB, CAPL, Shell, YAML, and 20+ languages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Engineering Use Cases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554480"/>
            <a:ext cx="3931920" cy="411480"/>
          </a:xfrm>
          <a:prstGeom prst="rect">
            <a:avLst>
              <a:gd name="adj" fmla="val 8889"/>
            </a:avLst>
          </a:prstGeom>
          <a:solidFill>
            <a:srgbClr val="F8F8F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5544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MISRA-aware code suggestions for ECU software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057400"/>
            <a:ext cx="3931920" cy="411480"/>
          </a:xfrm>
          <a:prstGeom prst="rect">
            <a:avLst>
              <a:gd name="adj" fmla="val 8889"/>
            </a:avLst>
          </a:prstGeom>
          <a:solidFill>
            <a:srgbClr val="F8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0574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CAPL Scripts: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Auto-complete CANoe test scripts from comments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3931920" cy="411480"/>
          </a:xfrm>
          <a:prstGeom prst="rect">
            <a:avLst>
              <a:gd name="adj" fmla="val 8889"/>
            </a:avLst>
          </a:prstGeom>
          <a:solidFill>
            <a:srgbClr val="F8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5603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Testing: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pytest fixtures and HIL test automation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063240"/>
            <a:ext cx="3931920" cy="411480"/>
          </a:xfrm>
          <a:prstGeom prst="rect">
            <a:avLst>
              <a:gd name="adj" fmla="val 8889"/>
            </a:avLst>
          </a:prstGeom>
          <a:solidFill>
            <a:srgbClr val="F8F8FA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0632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YAML: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Jenkins/GitLab pipeline configurations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3931920" cy="411480"/>
          </a:xfrm>
          <a:prstGeom prst="rect">
            <a:avLst>
              <a:gd name="adj" fmla="val 8889"/>
            </a:avLst>
          </a:prstGeom>
          <a:solidFill>
            <a:srgbClr val="F8F8FA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566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ARXML Gen: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generate AUTOSAR description files from patterns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vs GitHub Copilot: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M365 for docs &amp; communication. Use GitHub Copilot for actual coding. Both together = maximum productivity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 • IP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Upload — Team-Specific Guide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/>
              <a:tblGrid>
                <a:gridCol w="731520"/>
                <a:gridCol w="3749040"/>
                <a:gridCol w="3749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Upload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to Describe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 models, mesh files, material test data, crash simulation results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solver errors, meshing strategies, material model keywords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files, drawings, BOM data, tolerance specs for specific parts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GD&amp;T concepts, generic DFMEA patterns, ECR templates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approval documents, test results, VIN data, CoC certificates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regulation text, generic compliance matrices, process templates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data, driving logs, algorithm code, perception model weights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ADAS concepts, OpenSCENARIO patterns, KPI definitions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 Dev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code, ARXML, CAN DB (.dbc), calibration data (.a2l/.hex)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messages, design patterns, AUTOSAR concepts, MISRA rules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credentials, license keys, internal network configs, user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API patterns, scripting help, tool workflow concepts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34840"/>
            <a:ext cx="8229600" cy="548640"/>
          </a:xfrm>
          <a:prstGeom prst="rect">
            <a:avLst>
              <a:gd name="adj" fmla="val 8333"/>
            </a:avLst>
          </a:prstGeom>
          <a:solidFill>
            <a:srgbClr val="E8FAF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</a:t>
            </a:r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PATTERN, not the proprietary implementation. AI knows the technology — it doesn't need your specific data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for All Engineering Teams - Additional Slides</dc:title>
  <dc:subject>PptxGenJS Presentation</dc:subject>
  <dc:creator>Shashwat Patel</dc:creator>
  <cp:lastModifiedBy>Shashwat Patel</cp:lastModifiedBy>
  <cp:revision>1</cp:revision>
  <dcterms:created xsi:type="dcterms:W3CDTF">2026-02-07T20:12:55Z</dcterms:created>
  <dcterms:modified xsi:type="dcterms:W3CDTF">2026-02-07T20:12:55Z</dcterms:modified>
</cp:coreProperties>
</file>