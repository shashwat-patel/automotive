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session takeaway — covers AI fundamentals, Copilot, all teams, safety, and action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• COMPLETE SESSION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Remember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560320" cy="1234440"/>
          </a:xfrm>
          <a:prstGeom prst="rect">
            <a:avLst>
              <a:gd name="adj" fmla="val 5926"/>
            </a:avLst>
          </a:prstGeom>
          <a:solidFill>
            <a:srgbClr val="F0FFF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123444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22529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070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Science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7512" y="1600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tokens, not truth. Hallucinations are built-in. Math is text, not calculation. Context fades in the middle. Always verify.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560320" cy="1234440"/>
          </a:xfrm>
          <a:prstGeom prst="rect">
            <a:avLst>
              <a:gd name="adj" fmla="val 5926"/>
            </a:avLst>
          </a:prstGeom>
          <a:solidFill>
            <a:srgbClr val="FF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3291840" y="1097280"/>
            <a:ext cx="54864" cy="123444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22529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2070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Power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56432" y="1600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= GPT-4 + YOUR data. Meetings, emails, docs — all AI-assisted. The "/" command is your secret weapon for context.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0760" y="1097280"/>
            <a:ext cx="2560320" cy="1234440"/>
          </a:xfrm>
          <a:prstGeom prst="rect">
            <a:avLst>
              <a:gd name="adj" fmla="val 5926"/>
            </a:avLst>
          </a:prstGeom>
          <a:solidFill>
            <a:srgbClr val="FFFBE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0760" y="109728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2529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070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45352" y="1600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CRISP: Context, Role, Intent, Scope, Preference. 5 min on prompting saves 30 min on iterations. Be specific, not vague.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2514600"/>
            <a:ext cx="2560320" cy="1234440"/>
          </a:xfrm>
          <a:prstGeom prst="rect">
            <a:avLst>
              <a:gd name="adj" fmla="val 5926"/>
            </a:avLst>
          </a:prstGeom>
          <a:solidFill>
            <a:srgbClr val="F5F3FF"/>
          </a:solidFill>
          <a:ln/>
        </p:spPr>
      </p:sp>
      <p:sp>
        <p:nvSpPr>
          <p:cNvPr id="21" name="Shape 16"/>
          <p:cNvSpPr/>
          <p:nvPr/>
        </p:nvSpPr>
        <p:spPr>
          <a:xfrm>
            <a:off x="502920" y="2514600"/>
            <a:ext cx="54864" cy="1234440"/>
          </a:xfrm>
          <a:prstGeom prst="rect">
            <a:avLst/>
          </a:prstGeom>
          <a:solidFill>
            <a:srgbClr val="6C5CE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64261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26243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Benefits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7512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CAE, Design, Homologation, ADAS, SW Dev, Tools — every discipline saves 5–10 hrs/week on docs, communication, and repetitive tasks.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91840" y="2514600"/>
            <a:ext cx="2560320" cy="1234440"/>
          </a:xfrm>
          <a:prstGeom prst="rect">
            <a:avLst>
              <a:gd name="adj" fmla="val 5926"/>
            </a:avLst>
          </a:prstGeom>
          <a:solidFill>
            <a:srgbClr val="ECFDF5"/>
          </a:solidFill>
          <a:ln/>
        </p:spPr>
      </p:sp>
      <p:sp>
        <p:nvSpPr>
          <p:cNvPr id="26" name="Shape 20"/>
          <p:cNvSpPr/>
          <p:nvPr/>
        </p:nvSpPr>
        <p:spPr>
          <a:xfrm>
            <a:off x="3291840" y="2514600"/>
            <a:ext cx="54864" cy="123444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2642616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26243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456432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patterns, never upload IP. AI helps you WRITE faster — YOU are responsible for CORRECTNESS. The assessor asks YOU, not AI.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80760" y="2514600"/>
            <a:ext cx="2560320" cy="1234440"/>
          </a:xfrm>
          <a:prstGeom prst="rect">
            <a:avLst>
              <a:gd name="adj" fmla="val 5926"/>
            </a:avLst>
          </a:prstGeom>
          <a:solidFill>
            <a:srgbClr val="FEF2F2"/>
          </a:solidFill>
          <a:ln/>
        </p:spPr>
      </p:sp>
      <p:sp>
        <p:nvSpPr>
          <p:cNvPr id="31" name="Shape 24"/>
          <p:cNvSpPr/>
          <p:nvPr/>
        </p:nvSpPr>
        <p:spPr>
          <a:xfrm>
            <a:off x="6080760" y="2514600"/>
            <a:ext cx="54864" cy="123444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642616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26243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245352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ONE technique this week. Create ONE reusable prompt. Track time saved. Share success. AI is a co-pilot — you're still the pilot.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731520" y="4114800"/>
            <a:ext cx="7680960" cy="640080"/>
          </a:xfrm>
          <a:prstGeom prst="rect">
            <a:avLst>
              <a:gd name="adj" fmla="val 8571"/>
            </a:avLst>
          </a:prstGeom>
          <a:solidFill>
            <a:srgbClr val="F8F8FA"/>
          </a:solidFill>
          <a:ln/>
        </p:spPr>
      </p:sp>
      <p:sp>
        <p:nvSpPr>
          <p:cNvPr id="36" name="Text 28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won't replace automotive engineers. But engineers who use AI will replace those who don't."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Stay curious. Share success. Protect Nissan IP always.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Session Takeaway</dc:title>
  <dc:subject>PptxGenJS Presentation</dc:subject>
  <dc:creator>Shashwat Patel</dc:creator>
  <cp:lastModifiedBy>Shashwat Patel</cp:lastModifiedBy>
  <cp:revision>1</cp:revision>
  <dcterms:created xsi:type="dcterms:W3CDTF">2026-02-08T03:11:47Z</dcterms:created>
  <dcterms:modified xsi:type="dcterms:W3CDTF">2026-02-08T03:11:47Z</dcterms:modified>
</cp:coreProperties>
</file>